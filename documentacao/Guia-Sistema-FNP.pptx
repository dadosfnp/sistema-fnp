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Sistema FNP</a:t>
            </a:r>
          </a:p>
          <a:p>
            <a:pPr algn="ctr">
              <a:spcBef>
                <a:spcPts val="1200"/>
              </a:spcBef>
              <a:defRPr sz="1600">
                <a:solidFill>
                  <a:srgbClr val="94B8FF"/>
                </a:solidFill>
              </a:defRPr>
            </a:pPr>
            <a:r>
              <a:t>Guia de Utilizacao — Plataforma de Gestao Institucional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B8FF"/>
                </a:solidFill>
              </a:defRPr>
            </a:pPr>
            <a:r>
              <a:t>FRENTE NACIONAL DE PREFEITOS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O que e o Sistema FNP?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Plataforma web de gestao institucional da Frente Nacional de Prefeitos.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Centraliza em um unico lugar: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- Cadastro de pessoas (prefeitos, secretarios, equipe)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- Cadastro de municipios associados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- Controle de adimplencia (pagamentos anuais)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- Registro de eventos (foruns, reunioes, congressos)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- Ranking de engajamento dos municipios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Substitui as planilhas Google Sheets por um sistema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seguro, rastreavel e facil de usar.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Perfis de Acesso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VISUALIZADOR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Consulta todas as informacoes do sistema.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Nao pode alterar nenhum dado.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EDITOR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Mesma visualizacao do visualizador.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Pode cadastrar novas pessoas e municipios.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Pode editar qualquer campo existente.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Todas as alteracoes ficam registradas no log.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ADMINISTRADOR (TI)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Acesso ao painel Admin do Django.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   Gerencia usuarios, permissoes e logs de auditoria.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94B8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Acessando o Sistema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Tela de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Como acessar: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1. Abra o navegador e acesse o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endereco do sistema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2. Informe seu usuario e senha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3. Clique em "Entrar"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Se nao tem acesso, solicite ao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administrador de TI.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572000" cy="25318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94B8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Pagina Inicial (Dashboard)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Visao Geral do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Ao entrar, voce vera o Painel Geral: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Indicadores no topo: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- Total de pessoas cadastradas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- Municipios (e quantos associados)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- Total de eventos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- Adimplencia do ano atual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Eventos Recentes: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Ultimos 5 eventos cadastrados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Top Engajamento: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Ranking dos 5 municipios mais ativos</a:t>
            </a:r>
          </a:p>
        </p:txBody>
      </p:sp>
      <p:pic>
        <p:nvPicPr>
          <p:cNvPr id="5" name="Picture 4" descr="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572000" cy="25318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94B8FF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Cadastro de Pessoas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Lista de Pessoas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Como consultar: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1. No menu lateral, clique em "Pessoas"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2. A lista mostra: nome, tipo, partido,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cargo e status (ativo/inativo)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3. Use o campo "Pesquisar" para filtrar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por nome, cargo ou partido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(busca em tempo real!)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4. Clique em qualquer pessoa para ver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todos os detalhes</a:t>
            </a:r>
          </a:p>
        </p:txBody>
      </p:sp>
      <p:pic>
        <p:nvPicPr>
          <p:cNvPr id="5" name="Picture 4" descr="pesso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572000" cy="25318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Detalhe da Pessoa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Ao clicar em uma pessoa: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Cabecalho com avatar, nome, tipo,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partido e status do mandato.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Vinculos com Municipios: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Quais municipios a pessoa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representa e em qual papel.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Informacoes: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Cargo, tipo, partido, data de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cadastro e total de participacoes.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Historico de Eventos: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Todos os eventos que participou.</a:t>
            </a:r>
          </a:p>
        </p:txBody>
      </p:sp>
      <p:pic>
        <p:nvPicPr>
          <p:cNvPr id="5" name="Picture 4" descr="detalhe_pess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572000" cy="25318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94B8FF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Cadastro de Municipios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Lista de Municipios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Como consultar: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1. No menu, clique em "Municipios"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2. A lista mostra: nome, UF, regiao,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populacao e se e associado FNP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3. Busque por nome ou UF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4. Clique para ver o detalhe com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mapa, representantes, adimplencia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e participacoes</a:t>
            </a:r>
          </a:p>
        </p:txBody>
      </p:sp>
      <p:pic>
        <p:nvPicPr>
          <p:cNvPr id="5" name="Picture 4" descr="municip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572000" cy="25318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Detalhe do Municipio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Ao clicar em um municipio: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Mapa interativo: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Localizacao geografica com pin.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Informacoes: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Populacao, codigo IBGE, capital,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score de engajamento.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Representantes: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Prefeitos e secretarios vinculados.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Historico de Adimplencia: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Status por ano (adimplente,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inadimplente, parcial).</a:t>
            </a:r>
          </a:p>
        </p:txBody>
      </p:sp>
      <p:pic>
        <p:nvPicPr>
          <p:cNvPr id="5" name="Picture 4" descr="detalhe_municip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572000" cy="25318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94B8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Controle de Adimplencia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Adimplencia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O que e: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Controle de pagamentos anuais dos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municipios associados a FNP.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Status possiveis: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Adimplente (verde) - em dia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Inadimplente (vermelho) - sem pgto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Parcial (amarelo) - pgto parcial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A adimplencia impacta o engajamento: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Inadimplente perde 30% dos pontos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Parcial perde 15% dos pontos</a:t>
            </a:r>
          </a:p>
        </p:txBody>
      </p:sp>
      <p:pic>
        <p:nvPicPr>
          <p:cNvPr id="5" name="Picture 4" descr="adimpl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572000" cy="25318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94B8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Eventos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Lista de Eventos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Tipos de evento: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- Reuniao Geral da FNP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- Forum / Congresso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- Viagem internacional/nacional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- Reuniao presencial/online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- Webinar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Cada evento tem: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- Pontuacao presencial e online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- Bonus para palestrantes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- Bonus para organizadores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Clique para ver participantes.</a:t>
            </a:r>
          </a:p>
        </p:txBody>
      </p:sp>
      <p:pic>
        <p:nvPicPr>
          <p:cNvPr id="5" name="Picture 4" descr="ev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572000" cy="25318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Detalhe do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Ao clicar em um evento: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Informacoes gerais: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Tipo, modalidade, datas e local.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Pontuacao: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Pontos presencial, online e bonus.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Lista de Participantes: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Nome, municipio, forma de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participacao, papel e pontos.</a:t>
            </a:r>
          </a:p>
        </p:txBody>
      </p:sp>
      <p:pic>
        <p:nvPicPr>
          <p:cNvPr id="5" name="Picture 4" descr="detalhe_ev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572000" cy="253187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94B8FF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Ranking de Engajamento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Engajamento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Como funciona: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A pontuacao e relativa aos eventos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cadastrados no bienio.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Se ha 10 eventos e o municipio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participou de todos = 100 pontos.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Niveis: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Alto (70-100) - muito ativo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Medio (40-69) - moderado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Baixo (10-39) - pouca participacao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Inativo (0-9) - sem participacao</a:t>
            </a:r>
          </a:p>
        </p:txBody>
      </p:sp>
      <p:pic>
        <p:nvPicPr>
          <p:cNvPr id="5" name="Picture 4" descr="engaj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572000" cy="25318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94B8FF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Funcoes do Editor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Cadastrar e Editar (Perfil Editor)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Nas paginas de listagem: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Botao "+ Nova Pessoa" ou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"+ Novo Municipio" no topo direito.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Nas paginas de detalhe: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Botao "Editar" ao lado do nome.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Formulario de edicao: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Preencha os campos e clique em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   "Salvar" ou "Cadastrar".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Toda alteracao gera um log de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auditoria automaticamente.</a:t>
            </a:r>
          </a:p>
        </p:txBody>
      </p:sp>
      <p:pic>
        <p:nvPicPr>
          <p:cNvPr id="5" name="Picture 4" descr="form_ed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572000" cy="253187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Dicas Uteis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Busca em tempo real: todas as paginas de listagem possuem campo de busca instantanea.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Tudo e clicavel: clique em qualquer item da lista para ver os detalhes completos.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Menu recolhivel: clique em "Recolher" para ganhar mais espaco de tela.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Navegacao por breadcrumb: no topo de cada detalhe, clique para voltar a lista.</a:t>
            </a: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Auditoria: toda alteracao feita por editores fica registrada com data e usuario.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Duvidas?</a:t>
            </a:r>
          </a:p>
          <a:p>
            <a:pPr algn="ctr">
              <a:spcBef>
                <a:spcPts val="1200"/>
              </a:spcBef>
              <a:defRPr sz="1600">
                <a:solidFill>
                  <a:srgbClr val="94B8FF"/>
                </a:solidFill>
              </a:defRPr>
            </a:pPr>
            <a:r>
              <a:t>Entre em contato com a equipe de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B8FF"/>
                </a:solidFill>
              </a:defRPr>
            </a:pPr>
            <a:r>
              <a:t>FRENTE NACIONAL DE PREFEITOS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