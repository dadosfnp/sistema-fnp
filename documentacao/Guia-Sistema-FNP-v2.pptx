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94B8FF"/>
                </a:solidFill>
              </a:defRPr>
            </a:pPr>
            <a:r>
              <a:t>FRENTE NACIONAL DE PREFEITOS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Sistema FNP</a:t>
            </a:r>
          </a:p>
          <a:p>
            <a:pPr algn="ctr">
              <a:spcBef>
                <a:spcPts val="1200"/>
              </a:spcBef>
              <a:defRPr sz="1600">
                <a:solidFill>
                  <a:srgbClr val="94B8FF"/>
                </a:solidFill>
              </a:defRPr>
            </a:pPr>
            <a:r>
              <a:t>Guia de Utilizacao — Plataforma de Gestao Institucional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3A5F"/>
                </a:solidFill>
              </a:defRPr>
            </a:pPr>
            <a:r>
              <a:t>O que e o Sistema FNP?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Plataforma web de gestao institucional da Frente Nacional de Prefeitos.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Centraliza em um unico lugar: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   - Cadastro de pessoas (prefeitos, secretarios, equipe)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   - Cadastro de municipios com brasoes reais e mapa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   - Controle de adimplencia (pagamentos anuais)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   - Registro de eventos (foruns, reunioes, congressos)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   - Ranking de engajamento dos municipios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Substitui as planilhas por um sistema seguro e rastreavel.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3A5F"/>
                </a:solidFill>
              </a:defRPr>
            </a:pPr>
            <a:r>
              <a:t>Perfis de Acesso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VISUALIZADOR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   Consulta todas as informacoes. Nao altera dados.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EDITOR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   Mesma visualizacao + cadastrar e editar registros.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   Alteracoes ficam registradas no log de auditoria.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ADMINISTRADOR (TI)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   Painel Admin: gerencia usuarios, permissoes e logs.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94B8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Acessando o Sistema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3A5F"/>
                </a:solidFill>
              </a:defRPr>
            </a:pPr>
            <a:r>
              <a:t>Tela de Login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1. Acesse o endereco do sistema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2. Informe usuario e senha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3. Clique em Entrar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Se nao tem acesso, solicite ao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administrador de TI.</a:t>
            </a:r>
          </a:p>
        </p:txBody>
      </p:sp>
      <p:pic>
        <p:nvPicPr>
          <p:cNvPr id="5" name="Picture 4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914400"/>
            <a:ext cx="4572000" cy="25318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94B8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Pagina Inicial (Dashboard)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3A5F"/>
                </a:solidFill>
              </a:defRPr>
            </a:pPr>
            <a: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Indicadores no topo: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Total de pessoas, municipios,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eventos e adimplencia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Eventos Recentes: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Ultimos 5 eventos cadastrados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Top Engajamento: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Ranking dos 5 municipios mais ativos</a:t>
            </a:r>
          </a:p>
        </p:txBody>
      </p:sp>
      <p:pic>
        <p:nvPicPr>
          <p:cNvPr id="5" name="Picture 4" descr="ini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914400"/>
            <a:ext cx="4572000" cy="25318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94B8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Cadastro de Pessoas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3A5F"/>
                </a:solidFill>
              </a:defRPr>
            </a:pPr>
            <a:r>
              <a:t>Lista de Pessoas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1. Menu lateral &gt; Pessoas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2. Lista com foto, nome, tipo,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partido e status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3. Busca em tempo real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4. Clique para ver detalhes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Editor: botao "+ Nova Pessoa"</a:t>
            </a:r>
          </a:p>
        </p:txBody>
      </p:sp>
      <p:pic>
        <p:nvPicPr>
          <p:cNvPr id="5" name="Picture 4" descr="pesso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914400"/>
            <a:ext cx="4572000" cy="25318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3A5F"/>
                </a:solidFill>
              </a:defRPr>
            </a:pPr>
            <a:r>
              <a:t>Detalhe da Pessoa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Avatar, nome, tipo, partido e mandato.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Vinculos com Municipios: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Quais cidades a pessoa representa.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Informacoes detalhadas: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Cargo, tipo, partido, cadastro.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Historico de Eventos: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Participacoes com pontos.</a:t>
            </a:r>
          </a:p>
        </p:txBody>
      </p:sp>
      <p:pic>
        <p:nvPicPr>
          <p:cNvPr id="5" name="Picture 4" descr="detalhe_pesso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914400"/>
            <a:ext cx="4572000" cy="253187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94B8FF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Cadastro de Municipios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3A5F"/>
                </a:solidFill>
              </a:defRPr>
            </a:pPr>
            <a:r>
              <a:t>Lista de Municipios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1. Menu &gt; Municipios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2. Brasao real, nome, UF, regiao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3. Busque por nome ou UF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4. Clique para ver detalhe com mapa</a:t>
            </a:r>
          </a:p>
        </p:txBody>
      </p:sp>
      <p:pic>
        <p:nvPicPr>
          <p:cNvPr id="5" name="Picture 4" descr="municip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914400"/>
            <a:ext cx="4572000" cy="253187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3A5F"/>
                </a:solidFill>
              </a:defRPr>
            </a:pPr>
            <a:r>
              <a:t>Detalhe do Municipio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Mapa interativo com localizacao real.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Brasao oficial do municipio.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Dados: populacao, IBGE, engajamento.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Representantes com foto.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Historico de adimplencia por ano.</a:t>
            </a:r>
          </a:p>
        </p:txBody>
      </p:sp>
      <p:pic>
        <p:nvPicPr>
          <p:cNvPr id="5" name="Picture 4" descr="detalhe_municip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914400"/>
            <a:ext cx="4572000" cy="253187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94B8FF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Adimplencia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3A5F"/>
                </a:solidFill>
              </a:defRPr>
            </a:pPr>
            <a:r>
              <a:t>Controle de Adimplencia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Status possiveis: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Adimplente (verde) - em dia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Inadimplente (vermelho) - sem pgto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Parcial (amarelo) - pgto parcial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Impacto no engajamento: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Inadimplente: -30% na pontuacao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Parcial: -15% na pontuacao</a:t>
            </a:r>
          </a:p>
        </p:txBody>
      </p:sp>
      <p:pic>
        <p:nvPicPr>
          <p:cNvPr id="5" name="Picture 4" descr="adimpl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914400"/>
            <a:ext cx="4572000" cy="253187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94B8FF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Eventos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3A5F"/>
                </a:solidFill>
              </a:defRPr>
            </a:pPr>
            <a:r>
              <a:t>Lista de Eventos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Tipos: Reuniao Geral, Forum,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Congresso, Viagem, Webinar.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Cada evento tem pontuacao definida.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Clique para ver participantes.</a:t>
            </a:r>
          </a:p>
        </p:txBody>
      </p:sp>
      <p:pic>
        <p:nvPicPr>
          <p:cNvPr id="5" name="Picture 4" descr="even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914400"/>
            <a:ext cx="4572000" cy="253187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3A5F"/>
                </a:solidFill>
              </a:defRPr>
            </a:pPr>
            <a:r>
              <a:t>Detalhe do Evento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Tipo, modalidade, datas, local.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Pontuacao por forma de participacao.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Lista de participantes com foto,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municipio, papel e pontos.</a:t>
            </a:r>
          </a:p>
        </p:txBody>
      </p:sp>
      <p:pic>
        <p:nvPicPr>
          <p:cNvPr id="5" name="Picture 4" descr="detalhe_ev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914400"/>
            <a:ext cx="4572000" cy="253187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94B8FF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Engajamento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3A5F"/>
                </a:solidFill>
              </a:defRPr>
            </a:pPr>
            <a:r>
              <a:t>Ranking de Engajamento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Pontuacao relativa aos eventos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cadastrados no bienio.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Niveis: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Alto (70-100) - muito ativo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Medio (40-69) - moderado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Baixo (10-39) - pouca participacao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   Inativo (0-9)</a:t>
            </a:r>
          </a:p>
        </p:txBody>
      </p:sp>
      <p:pic>
        <p:nvPicPr>
          <p:cNvPr id="5" name="Picture 4" descr="engajam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914400"/>
            <a:ext cx="4572000" cy="253187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94B8FF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Funcoes do Editor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3A5F"/>
                </a:solidFill>
              </a:defRPr>
            </a:pPr>
            <a:r>
              <a:t>Cadastrar e Editar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Listagens: botao "+Novo" no topo.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Detalhes: botao "Editar" ao lado.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Formulario com todos os campos.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</a:defRPr>
            </a:pPr>
            <a:r>
              <a:t>Toda alteracao gera log de auditoria.</a:t>
            </a:r>
          </a:p>
        </p:txBody>
      </p:sp>
      <p:pic>
        <p:nvPicPr>
          <p:cNvPr id="5" name="Picture 4" descr="form_ed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914400"/>
            <a:ext cx="4572000" cy="253187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3A5F"/>
                </a:solidFill>
              </a:defRPr>
            </a:pPr>
            <a:r>
              <a:t>Dicas Uteis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Busca em tempo real em todas as listagens.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Tudo e clicavel — clique para ver detalhes.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Menu recolhivel — mais espaco de tela.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Breadcrumbs no topo para voltar a lista.</a:t>
            </a: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</a:p>
          <a:p>
            <a:pPr>
              <a:spcBef>
                <a:spcPts val="1000"/>
              </a:spcBef>
              <a:defRPr sz="1600">
                <a:solidFill>
                  <a:srgbClr val="6B7280"/>
                </a:solidFill>
              </a:defRPr>
            </a:pPr>
            <a:r>
              <a:t>Auditoria: toda alteracao registrada com usuario e data.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94B8FF"/>
                </a:solidFill>
              </a:defRPr>
            </a:pPr>
            <a:r>
              <a:t>FRENTE NACIONAL DE PREFEITOS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Duvidas?</a:t>
            </a:r>
          </a:p>
          <a:p>
            <a:pPr algn="ctr">
              <a:spcBef>
                <a:spcPts val="1200"/>
              </a:spcBef>
              <a:defRPr sz="1600">
                <a:solidFill>
                  <a:srgbClr val="94B8FF"/>
                </a:solidFill>
              </a:defRPr>
            </a:pPr>
            <a:r>
              <a:t>Entre em contato com a equipe de TI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